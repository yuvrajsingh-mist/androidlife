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alibri"/>
              </a:rPr>
              <a:t>Q3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B8C9D9"/>
                </a:solidFill>
                <a:latin typeface="Calibri"/>
              </a:rPr>
              <a:t>July – September 2026  ·  Performance &amp;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Prepared for leadership sync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B1F3A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Q3 headline results vs plan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Revenue, margin, and cash snapshot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Product &amp; eng delivery highlights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Customer / ops wins and misses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Risks, asks, and Q4 priorities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1F3A"/>
                </a:solidFill>
                <a:latin typeface="Calibri"/>
              </a:rPr>
              <a:t>Q3 headline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2560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A7A"/>
                </a:solidFill>
                <a:latin typeface="Calibri"/>
              </a:rP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₹48.2L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7F4E"/>
                </a:solidFill>
                <a:latin typeface="Calibri"/>
              </a:rPr>
              <a:t>+12% QoQ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188720"/>
            <a:ext cx="2560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325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A7A"/>
                </a:solidFill>
                <a:latin typeface="Calibri"/>
              </a:rPr>
              <a:t>Gross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41.5%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7F4E"/>
                </a:solidFill>
                <a:latin typeface="Calibri"/>
              </a:rPr>
              <a:t>+1.8 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2560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25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A7A"/>
                </a:solidFill>
                <a:latin typeface="Calibri"/>
              </a:rPr>
              <a:t>Active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18.4k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7F4E"/>
                </a:solidFill>
                <a:latin typeface="Calibri"/>
              </a:rPr>
              <a:t>+9% QoQ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18872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325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A7A"/>
                </a:solidFill>
                <a:latin typeface="Calibri"/>
              </a:rPr>
              <a:t>NPS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600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103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7F4E"/>
                </a:solidFill>
                <a:latin typeface="Calibri"/>
              </a:rPr>
              <a:t>+4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175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Beat plan on revenue (+₹3.1L vs forecast) driven by renewals and two mid-market wins.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OpEx held flat; hiring lag kept burn lower than budgeted.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Support backlog cleared below 48h SLA for the first time this year.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1F3A"/>
                </a:solidFill>
                <a:latin typeface="Calibri"/>
              </a:rPr>
              <a:t>Financial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78992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70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170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Q2 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170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Q3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170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Q3 actual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170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vs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00200"/>
            <a:ext cx="10789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733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Revenue (₹L)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6733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43.0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6733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45.1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6733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48.2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6733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+6.9%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03120"/>
            <a:ext cx="10789920" cy="4572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176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COGS (₹L)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176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26.2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176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26.8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176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28.2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176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+5.2%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606040"/>
            <a:ext cx="10789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6791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Gross profit (₹L)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6791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16.8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6791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18.3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6791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20.0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6791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+9.3%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108960"/>
            <a:ext cx="10789920" cy="4572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182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OpEx (₹L)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3182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14.1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182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15.0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182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14.4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182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-4.0%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611880"/>
            <a:ext cx="10789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685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Operating income (₹L)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3685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2.7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3685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3.3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685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5.6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3685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+69%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1F3A"/>
                </a:solidFill>
                <a:latin typeface="Calibri"/>
              </a:rPr>
              <a:t>Product &amp; engineering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Shipped: offline-first sync v2, billing redesign, and onboarding checklist (activation +11%).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Reliability: p99 latency -18%; error budget burn stayed under 30% for the quarter.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Debt: cut critical security tickets from 14 to 3; remaining 3 scheduled for Oct.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Miss: partner marketplace still in private beta (slipped 4 weeks) — root cause: contract review lag.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1F3A"/>
                </a:solidFill>
                <a:latin typeface="Calibri"/>
              </a:rPr>
              <a:t>Customers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Wins: 2 mid-market logos (AlphaCorp renew + BetaTech expansion); logo churn 1.4%.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CSAT 4.6/5 on ticket surveys (n=312); top praise = response speed.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Misses: one enterprise pilot stalled on SSO; recovery plan owned by Solutions (due Oct 15).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Ops: support macros rewritten; first-contact resolution up to 62%.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1F3A"/>
                </a:solidFill>
                <a:latin typeface="Calibri"/>
              </a:rPr>
              <a:t>Risks, asks &amp; Q4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Risk: cloud cost spike if Diwali traffic doubles — need reserved capacity.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Ask: approve 2 eng hires (mobile + data) already in Q4 plan; start interviews next week.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Q4 priority 1: marketplace GA + SSO package for enterprise.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Q4 priority 2: cut gross churn below 1.0% with at-risk playbook.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Q4 priority 3: usage-based billing pilot to 20 customers by Dec 15.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B8C9D9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Q3 Review  ·  Jul–Sep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